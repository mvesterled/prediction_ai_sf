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4" r:id="rId6"/>
    <p:sldId id="261" r:id="rId7"/>
    <p:sldId id="263" r:id="rId8"/>
    <p:sldId id="265" r:id="rId9"/>
    <p:sldId id="262" r:id="rId10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6DF8C9-DDF7-30A2-8E96-E2828443AB4C}" v="12" dt="2025-10-27T23:31:06.523"/>
    <p1510:client id="{0D48D95E-B2E3-9504-F9CF-7F8D9C146A56}" v="265" dt="2025-10-28T00:19:09.233"/>
    <p1510:client id="{3603159B-622A-B90C-1A33-3D8DE743E245}" v="143" dt="2025-10-27T04:55:18.111"/>
    <p1510:client id="{3E8AADD2-357D-F0C9-A2CB-29E2B3F15F50}" v="171" dt="2025-10-27T14:54:21.919"/>
    <p1510:client id="{4114B64A-97D1-A95B-4F75-AE090089A8C3}" v="29" dt="2025-10-27T04:52:05.871"/>
    <p1510:client id="{595AF02C-EE96-33B6-B34B-E77652EA5CF9}" v="24" dt="2025-10-27T16:42:00.628"/>
    <p1510:client id="{9D88A32F-35B3-726C-F20E-A5F21F448D28}" v="5" dt="2025-10-27T14:04:30.094"/>
    <p1510:client id="{A1CEFEC8-8162-6D45-E530-FE653ED293C0}" v="14" dt="2025-10-27T17:18:05.883"/>
    <p1510:client id="{ABCD90C9-3ABB-F420-9E67-6221C74B6121}" v="1" dt="2025-10-28T00:20:42.796"/>
    <p1510:client id="{EA48159A-54AF-C3B9-EF40-76F4A2122EAF}" v="22" dt="2025-10-26T20:46:34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65DFA-C4C3-4875-8717-24B125A035A5}" type="datetimeFigureOut">
              <a:t>27-10-2025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DAA44-5EB0-4574-A8FF-F6023A1CED0A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97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Class_weight</a:t>
            </a:r>
            <a:r>
              <a:rPr lang="en-US">
                <a:ea typeface="Calibri"/>
                <a:cs typeface="Calibri"/>
              </a:rPr>
              <a:t> = balanced – because </a:t>
            </a:r>
            <a:r>
              <a:rPr lang="en-US" err="1">
                <a:ea typeface="Calibri"/>
                <a:cs typeface="Calibri"/>
              </a:rPr>
              <a:t>theres</a:t>
            </a:r>
            <a:r>
              <a:rPr lang="en-US">
                <a:ea typeface="Calibri"/>
                <a:cs typeface="Calibri"/>
              </a:rPr>
              <a:t> a lot more wins than draws. Draws underperform in dataset, dataset is unbalanced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DAA44-5EB0-4574-A8FF-F6023A1CED0A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0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Both models does worse in test data</a:t>
            </a:r>
          </a:p>
          <a:p>
            <a:r>
              <a:rPr lang="en-US">
                <a:ea typeface="Calibri"/>
                <a:cs typeface="Calibri"/>
              </a:rPr>
              <a:t>KNN = overfitting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LR = underfitting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DAA44-5EB0-4574-A8FF-F6023A1CED0A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64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5B246-E236-024F-EA51-FD3819974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270C0-23E3-ACD4-8F6A-49AEC7123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2135B-49E6-CE43-26A6-63A14E173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7D499-6340-E777-B5BE-57C3072D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D9B5D-35C9-887F-85AF-2FAE8D3A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6867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35EAE-A788-811F-E368-ADD150E0B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E2F57-2D3D-E682-C39E-DF520EE20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C4A27-0337-C5E5-68FE-B74A5A4E8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1D19B-320C-3ADE-551A-AE282E77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4A6DD-3024-EF61-DFD3-E22CBF619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686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D0F8-7E4F-3D15-6251-E5123D57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80B8B-43DE-DA80-403B-EB68B9B38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57A57-2019-5113-1B4D-FB3673FE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F1DF4-59C5-3D62-EDFA-8FD564B6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A81CF-E435-91E9-4AE6-D5E5E0C5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757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C8C2-0F93-11DE-DB67-5979D2C0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75185-99BA-F3D7-1C8B-AD620A166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75284-1E67-1E1B-28F8-51A4DE41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279FF-4BD2-0F43-1AB7-AE6DCE44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219D9-9407-6570-DAA0-7A1D8EF5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0B6CF-AB82-30DD-6B25-F2BC4B95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4576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4F16-C76D-C732-47D5-7256BEA24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624FE-8B0F-491C-07DE-86EE3EEDD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00CB6-8F60-9D94-04DF-B273DB715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B98C5F-4CE7-4D50-7E29-820476DE2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8BBFBF-A64D-E928-275E-097E23B51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D8B77A-CB52-B4DD-A4FD-84075D14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EA4865-C31F-1DC8-8E5C-952EAC35A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0C202-9659-D4D9-824C-B00524A5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38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AC08-B8C0-F944-3137-0562EB67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462F2-EDD4-E5DA-2FE1-FD51D91C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E02EF-D6F6-6A82-F470-29DC168F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0E355A-FA44-25C8-4177-B8DB935CC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6886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DF2E4-BA94-22D4-768F-B0F7CCC59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FBD68D-FF0C-6C46-0E6C-5FB9838F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A6BA2-8C71-5EA0-ACD4-98A1B962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19261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8E8E-7905-4E22-A2E4-D7B09F6F9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9AF4C-8D8C-A9EC-62FD-5A2E5DF99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9BDF5-88E2-8D88-9851-352BD5CDD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2AED9-1632-9CEA-7D9B-0872C77E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3EB00-B3A2-9947-F838-421155FB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65E61-66DE-BBF1-AA3E-20B63F27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7785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9AE4-8837-2E05-0649-5F36A161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9CE931-5FE1-E21D-3EDB-3763BC2E9C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E85CE-F123-335A-2F52-949879883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B299B-386F-112F-0D3F-E1B4BE9C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463CE-93C0-684B-82FF-818943ADF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6BB14-8D98-36D7-7178-4FC24A20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40526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4B58-70E8-7317-4B79-36056E2EF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D35AE-1D5E-53A1-CA4C-52D1D454E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F4E1B-989B-57A9-7904-2D9CA969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7674D-BBBF-36CD-8FDB-21E47A7B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0A65D-5103-09DB-14C2-78C89A91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5403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B97E4-0067-E176-3DDE-966BD2089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31599-6DBD-6D42-AF9B-1F03C1CB6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BAFBF-8F82-85F6-E02B-B8E7EBB6C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B2D44-A231-3433-308D-997703616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84A55-BDE9-FAF1-E177-929BF07E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480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8E099D-C35F-CB9D-07E7-426F6F7AF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DCFBC-251D-6576-D451-C86E50B61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A63E2-B5AF-94E2-19DB-2CAB2CD43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977A2-9720-4ED6-86DA-001484DF675B}" type="datetimeFigureOut">
              <a:rPr lang="en-DK" smtClean="0"/>
              <a:t>10/27/2025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478AE-4BDC-43C2-5481-8E826F9A1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E2EF9-FEF1-E827-9811-B0F9467E4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B5DF5-3062-4485-ADE5-1BB67E7C88B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0806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901" y="887262"/>
            <a:ext cx="4444491" cy="3167510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900"/>
              <a:t>Project Milestone 2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900" y="3923613"/>
            <a:ext cx="6147352" cy="1966329"/>
          </a:xfrm>
        </p:spPr>
        <p:txBody>
          <a:bodyPr anchor="t">
            <a:normAutofit fontScale="92500" lnSpcReduction="10000"/>
          </a:bodyPr>
          <a:lstStyle/>
          <a:p>
            <a:pPr algn="r">
              <a:lnSpc>
                <a:spcPct val="90000"/>
              </a:lnSpc>
            </a:pPr>
            <a:r>
              <a:rPr lang="en-US" sz="2000"/>
              <a:t>Course: ENGR 413 | AI in Engineering | Fall 2025</a:t>
            </a:r>
          </a:p>
          <a:p>
            <a:r>
              <a:rPr lang="en-US" sz="2000" b="1"/>
              <a:t>Team Members: </a:t>
            </a:r>
            <a:br>
              <a:rPr lang="en-US" sz="2000"/>
            </a:br>
            <a:r>
              <a:rPr lang="en-US" sz="2000"/>
              <a:t>Mathias Vesterled 925032391</a:t>
            </a:r>
            <a:br>
              <a:rPr lang="en-US" sz="2000"/>
            </a:br>
            <a:r>
              <a:rPr lang="en-US" sz="2000"/>
              <a:t>Lasse Schou 925033756</a:t>
            </a:r>
            <a:br>
              <a:rPr lang="en-US" sz="2000"/>
            </a:br>
            <a:r>
              <a:rPr lang="en-US" sz="2000"/>
              <a:t>Shivangi Narayan 920002990</a:t>
            </a:r>
            <a:br>
              <a:rPr lang="en-US" sz="2000"/>
            </a:br>
            <a:r>
              <a:rPr lang="en-US" sz="2000" b="1"/>
              <a:t>Date: </a:t>
            </a:r>
            <a:br>
              <a:rPr lang="en-US" sz="2000" b="1"/>
            </a:br>
            <a:r>
              <a:rPr lang="en-US" sz="2000"/>
              <a:t>10/27/2025</a:t>
            </a:r>
          </a:p>
        </p:txBody>
      </p:sp>
      <p:pic>
        <p:nvPicPr>
          <p:cNvPr id="7" name="Graphic 6" descr="Meeting">
            <a:extLst>
              <a:ext uri="{FF2B5EF4-FFF2-40B4-BE49-F238E27FC236}">
                <a16:creationId xmlns:a16="http://schemas.microsoft.com/office/drawing/2014/main" id="{56FF7982-5D3B-AFE1-3DBD-BF73A2869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4652" y="2088444"/>
            <a:ext cx="1966329" cy="19663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342B-EA6C-A6E2-C86B-B0CE82EF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SOCCER PREDICTOR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A286E-E2B5-1349-482F-152263AC5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Goals / Milestones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Predict outcomes of games and data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Make it into a chatbot</a:t>
            </a:r>
          </a:p>
          <a:p>
            <a:r>
              <a:rPr lang="en-US"/>
              <a:t>Recap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Premier league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Only KNN – 62% and 37%</a:t>
            </a:r>
          </a:p>
          <a:p>
            <a:pPr marL="0" indent="0">
              <a:buNone/>
            </a:pPr>
            <a:endParaRPr lang="en-US">
              <a:latin typeface="Aptos" panose="02110004020202020204"/>
              <a:cs typeface="Arial"/>
            </a:endParaRPr>
          </a:p>
          <a:p>
            <a:pPr>
              <a:buNone/>
            </a:pPr>
            <a:endParaRPr lang="en-US">
              <a:latin typeface="Aptos" panose="02110004020202020204"/>
              <a:cs typeface="Arial"/>
            </a:endParaRPr>
          </a:p>
          <a:p>
            <a:pPr>
              <a:buNone/>
            </a:pPr>
            <a:endParaRPr lang="en-US" sz="2400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65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3B3B6-2061-7384-7874-7FA6E8F7A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6248-050B-C492-204F-FCD340B3C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Adjustments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5BA60-E21D-264C-8BB1-A627E7588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Vision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Aptos"/>
                <a:cs typeface="Arial"/>
              </a:rPr>
              <a:t>Add vision to extract game information from pictures</a:t>
            </a:r>
            <a:endParaRPr lang="en-US">
              <a:latin typeface="Arial"/>
              <a:cs typeface="Arial"/>
            </a:endParaRPr>
          </a:p>
          <a:p>
            <a:r>
              <a:rPr lang="en-US">
                <a:latin typeface="Aptos"/>
                <a:cs typeface="Arial"/>
              </a:rPr>
              <a:t>Models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Aptos"/>
                <a:cs typeface="Arial"/>
              </a:rPr>
              <a:t>Test different models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Tune models</a:t>
            </a:r>
            <a:endParaRPr lang="en-US" sz="2400">
              <a:cs typeface="Arial"/>
            </a:endParaRPr>
          </a:p>
          <a:p>
            <a:pPr>
              <a:buNone/>
            </a:pPr>
            <a:endParaRPr lang="en-US" sz="2400">
              <a:cs typeface="Arial"/>
            </a:endParaRPr>
          </a:p>
          <a:p>
            <a:pPr marL="0" indent="0">
              <a:buNone/>
            </a:pPr>
            <a:endParaRPr lang="en-US"/>
          </a:p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33852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DF036-6CBD-C33C-1914-A3250431E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FA39-7E16-02B6-B794-2248FEDE9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details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823E4-183A-04A1-2723-4B37A7FD6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926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KNN</a:t>
            </a:r>
          </a:p>
          <a:p>
            <a:r>
              <a:rPr lang="en-US" sz="2400"/>
              <a:t>K=9</a:t>
            </a:r>
            <a:endParaRPr lang="en-DK" sz="240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Logistic Regression</a:t>
            </a:r>
          </a:p>
          <a:p>
            <a:r>
              <a:rPr lang="en-US" sz="2400">
                <a:solidFill>
                  <a:srgbClr val="000000"/>
                </a:solidFill>
                <a:latin typeface="Aptos" panose="02110004020202020204"/>
              </a:rPr>
              <a:t>Multinomial</a:t>
            </a:r>
          </a:p>
          <a:p>
            <a:r>
              <a:rPr lang="en-US" sz="2400" err="1"/>
              <a:t>Class_weight</a:t>
            </a:r>
            <a:r>
              <a:rPr lang="en-US" sz="2400"/>
              <a:t> = balanced</a:t>
            </a:r>
          </a:p>
          <a:p>
            <a:endParaRPr lang="en-US"/>
          </a:p>
        </p:txBody>
      </p:sp>
      <p:pic>
        <p:nvPicPr>
          <p:cNvPr id="5" name="Picture 4" descr="A comparison of a graph&#10;&#10;AI-generated content may be incorrect.">
            <a:extLst>
              <a:ext uri="{FF2B5EF4-FFF2-40B4-BE49-F238E27FC236}">
                <a16:creationId xmlns:a16="http://schemas.microsoft.com/office/drawing/2014/main" id="{4D041FEA-FB74-5C2F-6CCE-3DEED6FC25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131"/>
          <a:stretch>
            <a:fillRect/>
          </a:stretch>
        </p:blipFill>
        <p:spPr>
          <a:xfrm>
            <a:off x="8525717" y="1430547"/>
            <a:ext cx="3666132" cy="3420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208232-CC10-61D7-1B19-7FBAC8E3EC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93" b="49790"/>
          <a:stretch>
            <a:fillRect/>
          </a:stretch>
        </p:blipFill>
        <p:spPr>
          <a:xfrm>
            <a:off x="4781605" y="1408981"/>
            <a:ext cx="3743045" cy="344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71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BE6B-ACD5-25E6-7683-C25213CF5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239D-8D03-13F8-3C15-35B711C56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details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66FF0-B82F-920F-D44A-306D420A3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595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Hyperparameter tuning</a:t>
            </a:r>
          </a:p>
          <a:p>
            <a:r>
              <a:rPr lang="en-US" sz="2400"/>
              <a:t>Cross validation</a:t>
            </a:r>
          </a:p>
          <a:p>
            <a:r>
              <a:rPr lang="en-US" sz="2400"/>
              <a:t>5 folds</a:t>
            </a:r>
          </a:p>
        </p:txBody>
      </p:sp>
      <p:pic>
        <p:nvPicPr>
          <p:cNvPr id="4" name="Picture 3" descr="A graph of a number of neighbors&#10;&#10;AI-generated content may be incorrect.">
            <a:extLst>
              <a:ext uri="{FF2B5EF4-FFF2-40B4-BE49-F238E27FC236}">
                <a16:creationId xmlns:a16="http://schemas.microsoft.com/office/drawing/2014/main" id="{54B205D0-9C39-C3FE-7F7B-F5163F55B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26" y="3004868"/>
            <a:ext cx="4770320" cy="3853133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63734311-B9EA-D23F-93FF-34145F13D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320" y="3019244"/>
            <a:ext cx="4597793" cy="38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19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872CE-CEA6-64F1-9F77-6FB26793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0064-083E-BA49-2BE2-D9C20A155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Training/Validation results</a:t>
            </a:r>
            <a:endParaRPr lang="en-DK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57BDAD-F89C-2240-89F9-38B395C75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2875" y="1684378"/>
            <a:ext cx="12197750" cy="479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04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662FA-0C2C-5D0A-B2F5-F3522996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Vision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6FB27-181A-4824-09A4-2865B488F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Goal</a:t>
            </a:r>
          </a:p>
          <a:p>
            <a:r>
              <a:rPr lang="en-US"/>
              <a:t>Program flow</a:t>
            </a:r>
          </a:p>
          <a:p>
            <a:endParaRPr lang="en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26C4B-01FE-7FA2-7A97-4BD897E751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38" b="1197"/>
          <a:stretch>
            <a:fillRect/>
          </a:stretch>
        </p:blipFill>
        <p:spPr>
          <a:xfrm>
            <a:off x="3768807" y="875299"/>
            <a:ext cx="4548691" cy="5001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0B9140-16D6-AE98-6ADC-F9CCAE096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428" y="875299"/>
            <a:ext cx="4527144" cy="50011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25097E-DAC8-06EE-796D-37EAE864F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910" y="897992"/>
            <a:ext cx="4851303" cy="49784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E7C56A-1666-4B59-D28E-3A14F055F6D2}"/>
                  </a:ext>
                </a:extLst>
              </p:cNvPr>
              <p:cNvSpPr txBox="1"/>
              <p:nvPr/>
            </p:nvSpPr>
            <p:spPr>
              <a:xfrm>
                <a:off x="669472" y="3071058"/>
                <a:ext cx="270048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𝐶𝑖𝑟𝑐𝑢𝑙𝑎𝑟𝑖𝑡𝑦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𝑃𝑒𝑟𝑖𝑚𝑒𝑡𝑒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DK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E7C56A-1666-4B59-D28E-3A14F055F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472" y="3071058"/>
                <a:ext cx="2700483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A7A4222C-A240-966E-23FB-C699D07BA8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878" y="365125"/>
            <a:ext cx="1927634" cy="57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87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9D2E-96DE-2EFE-6AAB-53F58F1A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Offline chatbot with ML and CV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A35A9-0989-3D19-405C-E47BCCB63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/>
              <a:t>Supported doc types: txt, pdf, csv</a:t>
            </a:r>
          </a:p>
          <a:p>
            <a:r>
              <a:rPr lang="en-US"/>
              <a:t>LLM model used: </a:t>
            </a:r>
            <a:r>
              <a:rPr lang="en-US" err="1"/>
              <a:t>Tinylama</a:t>
            </a:r>
          </a:p>
          <a:p>
            <a:r>
              <a:rPr lang="en-US"/>
              <a:t>Used Ollama – runs models locally</a:t>
            </a:r>
          </a:p>
          <a:p>
            <a:r>
              <a:rPr lang="en-US"/>
              <a:t>Read doc and split text to chunks of 900 chars</a:t>
            </a:r>
          </a:p>
          <a:p>
            <a:r>
              <a:rPr lang="en-US"/>
              <a:t>Convert text chunk to vectors</a:t>
            </a:r>
          </a:p>
          <a:p>
            <a:r>
              <a:rPr lang="en-US"/>
              <a:t>Store these to </a:t>
            </a:r>
            <a:r>
              <a:rPr lang="en-US" err="1"/>
              <a:t>ChromaDB</a:t>
            </a:r>
            <a:endParaRPr lang="en-US"/>
          </a:p>
          <a:p>
            <a:r>
              <a:rPr lang="en-US"/>
              <a:t>Use this to answer questions from the documents</a:t>
            </a:r>
          </a:p>
          <a:p>
            <a:r>
              <a:rPr lang="en-US"/>
              <a:t>Integrated it with the ML model so it can make predictions from inside that chat app.</a:t>
            </a:r>
          </a:p>
          <a:p>
            <a:r>
              <a:rPr lang="en-US"/>
              <a:t>Integrated it with Computer Vision so it can also run from inside the chat app.</a:t>
            </a:r>
          </a:p>
        </p:txBody>
      </p:sp>
    </p:spTree>
    <p:extLst>
      <p:ext uri="{BB962C8B-B14F-4D97-AF65-F5344CB8AC3E}">
        <p14:creationId xmlns:p14="http://schemas.microsoft.com/office/powerpoint/2010/main" val="17360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EA2D4-E912-0EEC-6911-A661A6B72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3A96E-BDB5-07D7-170A-C0A29A13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5BFD3-8B7F-6AFA-7C81-A18946612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ptos" panose="02110004020202020204"/>
                <a:cs typeface="Arial"/>
              </a:rPr>
              <a:t>Build a UI so user can upload docs and images real time and ease of use.</a:t>
            </a:r>
          </a:p>
          <a:p>
            <a:r>
              <a:rPr lang="en-US">
                <a:latin typeface="Aptos" panose="02110004020202020204"/>
                <a:cs typeface="Arial"/>
              </a:rPr>
              <a:t>Open to suggestions</a:t>
            </a:r>
          </a:p>
          <a:p>
            <a:pPr>
              <a:buNone/>
            </a:pPr>
            <a:endParaRPr lang="en-US" sz="2400">
              <a:cs typeface="Arial"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56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Slidetitler</vt:lpstr>
      </vt:variant>
      <vt:variant>
        <vt:i4>9</vt:i4>
      </vt:variant>
    </vt:vector>
  </HeadingPairs>
  <TitlesOfParts>
    <vt:vector size="10" baseType="lpstr">
      <vt:lpstr>Office Theme</vt:lpstr>
      <vt:lpstr>Project Milestone 2 Presentation</vt:lpstr>
      <vt:lpstr>SOCCER PREDICTOR</vt:lpstr>
      <vt:lpstr>Adjustments</vt:lpstr>
      <vt:lpstr>Model details</vt:lpstr>
      <vt:lpstr>Model details</vt:lpstr>
      <vt:lpstr>Training/Validation results</vt:lpstr>
      <vt:lpstr>Vision</vt:lpstr>
      <vt:lpstr>Offline chatbot with ML and CV integration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Mathias Vesterled</dc:creator>
  <cp:revision>2</cp:revision>
  <dcterms:created xsi:type="dcterms:W3CDTF">2025-10-23T16:58:55Z</dcterms:created>
  <dcterms:modified xsi:type="dcterms:W3CDTF">2025-10-28T04:02:04Z</dcterms:modified>
</cp:coreProperties>
</file>